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56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577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725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13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03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571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048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04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79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526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87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516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4B1DB-D61D-41F6-87B0-360458049486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4619E-88C7-497A-B14D-DE58475960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284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68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圓角矩形 3"/>
          <p:cNvSpPr/>
          <p:nvPr/>
        </p:nvSpPr>
        <p:spPr>
          <a:xfrm>
            <a:off x="454470" y="1988840"/>
            <a:ext cx="1525242" cy="720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銷貨單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2525221" y="1988840"/>
            <a:ext cx="1525242" cy="720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合單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2517126" y="3140968"/>
            <a:ext cx="1525242" cy="720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貨運單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4644008" y="1988840"/>
            <a:ext cx="1525242" cy="720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撿貨</a:t>
            </a:r>
            <a:endParaRPr lang="zh-TW" altLang="en-US" dirty="0"/>
          </a:p>
        </p:txBody>
      </p:sp>
      <p:sp>
        <p:nvSpPr>
          <p:cNvPr id="8" name="圓角矩形 7"/>
          <p:cNvSpPr/>
          <p:nvPr/>
        </p:nvSpPr>
        <p:spPr>
          <a:xfrm>
            <a:off x="6732240" y="1988840"/>
            <a:ext cx="1525242" cy="720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覆核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6732240" y="3140968"/>
            <a:ext cx="1525242" cy="720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打包</a:t>
            </a:r>
            <a:endParaRPr lang="zh-TW" altLang="en-US" dirty="0"/>
          </a:p>
        </p:txBody>
      </p:sp>
      <p:cxnSp>
        <p:nvCxnSpPr>
          <p:cNvPr id="11" name="直線單箭頭接點 10"/>
          <p:cNvCxnSpPr>
            <a:stCxn id="4" idx="3"/>
            <a:endCxn id="5" idx="1"/>
          </p:cNvCxnSpPr>
          <p:nvPr/>
        </p:nvCxnSpPr>
        <p:spPr>
          <a:xfrm>
            <a:off x="1979712" y="2348880"/>
            <a:ext cx="5455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>
            <a:off x="4042368" y="2356342"/>
            <a:ext cx="5455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6169250" y="2356342"/>
            <a:ext cx="5455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6" idx="0"/>
          </p:cNvCxnSpPr>
          <p:nvPr/>
        </p:nvCxnSpPr>
        <p:spPr>
          <a:xfrm>
            <a:off x="3279747" y="2716382"/>
            <a:ext cx="0" cy="4245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6" idx="3"/>
            <a:endCxn id="9" idx="1"/>
          </p:cNvCxnSpPr>
          <p:nvPr/>
        </p:nvCxnSpPr>
        <p:spPr>
          <a:xfrm>
            <a:off x="4042368" y="3501008"/>
            <a:ext cx="26898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圓角矩形 18"/>
          <p:cNvSpPr/>
          <p:nvPr/>
        </p:nvSpPr>
        <p:spPr>
          <a:xfrm>
            <a:off x="6737219" y="4293096"/>
            <a:ext cx="1525242" cy="7200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物流交付</a:t>
            </a:r>
            <a:endParaRPr lang="zh-TW" altLang="en-US" dirty="0"/>
          </a:p>
        </p:txBody>
      </p:sp>
      <p:cxnSp>
        <p:nvCxnSpPr>
          <p:cNvPr id="20" name="直線單箭頭接點 19"/>
          <p:cNvCxnSpPr/>
          <p:nvPr/>
        </p:nvCxnSpPr>
        <p:spPr>
          <a:xfrm>
            <a:off x="7483164" y="2708920"/>
            <a:ext cx="0" cy="4245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7471467" y="3861048"/>
            <a:ext cx="0" cy="4245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999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</Words>
  <Application>Microsoft Office PowerPoint</Application>
  <PresentationFormat>如螢幕大小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sam（Dapha-汪子正）</dc:creator>
  <cp:lastModifiedBy>sam（Dapha-汪子正）</cp:lastModifiedBy>
  <cp:revision>2</cp:revision>
  <dcterms:created xsi:type="dcterms:W3CDTF">2026-07-08T02:13:02Z</dcterms:created>
  <dcterms:modified xsi:type="dcterms:W3CDTF">2026-07-08T02:29:35Z</dcterms:modified>
</cp:coreProperties>
</file>